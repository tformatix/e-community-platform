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63" r:id="rId4"/>
    <p:sldId id="257" r:id="rId5"/>
    <p:sldId id="258" r:id="rId6"/>
    <p:sldId id="259" r:id="rId7"/>
    <p:sldId id="261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21125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590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9709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587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3698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2267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803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0681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2624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60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718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CB624B9-F680-42D8-8328-82BD1F7D494F}" type="datetimeFigureOut">
              <a:rPr lang="de-AT" smtClean="0"/>
              <a:t>10.01.2023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7EF35F4-83FA-445B-9724-C838A966B9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445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xd.adobe.com/view/39c58f7f-6362-4096-871f-acf17b5700ce-6c96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B437B-0662-8DB5-9D87-470BF70820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AT" sz="6000" dirty="0"/>
              <a:t>Meeting 10.01.2023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0F8D1-E181-AA61-570D-6BC4C8EB3B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Dynamische Energieaufteilung in Energiegemeinschaften</a:t>
            </a:r>
          </a:p>
        </p:txBody>
      </p:sp>
    </p:spTree>
    <p:extLst>
      <p:ext uri="{BB962C8B-B14F-4D97-AF65-F5344CB8AC3E}">
        <p14:creationId xmlns:p14="http://schemas.microsoft.com/office/powerpoint/2010/main" val="641218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2D9CA69-40AB-F759-E085-254CDD85C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381" y="133760"/>
            <a:ext cx="5371238" cy="659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3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3592265F-2771-CC54-BDE8-67B6BE62D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2" t="10065" r="1161" b="12174"/>
          <a:stretch/>
        </p:blipFill>
        <p:spPr>
          <a:xfrm>
            <a:off x="3289114" y="317391"/>
            <a:ext cx="5613772" cy="622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E15B-32AD-E2AE-C1B3-85721451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Aufteilungslogik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E5902-FBAD-958D-E7D5-89DB8D2B0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Einspeisung &gt;= Verbrauch</a:t>
            </a:r>
          </a:p>
          <a:p>
            <a:pPr lvl="1"/>
            <a:r>
              <a:rPr lang="de-AT" dirty="0"/>
              <a:t>positive Flexibilität &gt;= Überschuss (kann nicht verbraucht werden </a:t>
            </a:r>
            <a:r>
              <a:rPr lang="de-AT" dirty="0">
                <a:sym typeface="Wingdings" panose="05000000000000000000" pitchFamily="2" charset="2"/>
              </a:rPr>
              <a:t> Meldung</a:t>
            </a:r>
            <a:r>
              <a:rPr lang="de-AT" dirty="0"/>
              <a:t>)</a:t>
            </a:r>
          </a:p>
          <a:p>
            <a:pPr lvl="2"/>
            <a:r>
              <a:rPr lang="de-AT" dirty="0"/>
              <a:t>jeder erhält Flexibilität</a:t>
            </a:r>
          </a:p>
          <a:p>
            <a:pPr lvl="1"/>
            <a:r>
              <a:rPr lang="de-AT" dirty="0"/>
              <a:t>positive Flexibilität &lt; Überschuss</a:t>
            </a:r>
          </a:p>
          <a:p>
            <a:pPr lvl="2"/>
            <a:r>
              <a:rPr lang="de-AT" dirty="0"/>
              <a:t>Flexibilität wird anteilsmäßig aufgeteilt</a:t>
            </a:r>
          </a:p>
          <a:p>
            <a:r>
              <a:rPr lang="de-AT" dirty="0"/>
              <a:t>Einspeisung &lt; Verbrauch</a:t>
            </a:r>
          </a:p>
          <a:p>
            <a:pPr lvl="1"/>
            <a:r>
              <a:rPr lang="de-AT" dirty="0"/>
              <a:t>negative Flexibilität &gt;= Mangel</a:t>
            </a:r>
          </a:p>
          <a:p>
            <a:pPr lvl="2"/>
            <a:r>
              <a:rPr lang="de-AT" dirty="0"/>
              <a:t>jeder erhält Flexibilität</a:t>
            </a:r>
          </a:p>
          <a:p>
            <a:pPr lvl="1"/>
            <a:r>
              <a:rPr lang="de-AT" dirty="0"/>
              <a:t>negative Flexibilität &lt; Mangel (Mangel kann nicht ausgeglichen werden)</a:t>
            </a:r>
          </a:p>
          <a:p>
            <a:pPr lvl="2"/>
            <a:r>
              <a:rPr lang="de-AT" dirty="0"/>
              <a:t>Mangel wird anteilsmäßig aufgeteilt</a:t>
            </a:r>
          </a:p>
          <a:p>
            <a:pPr lvl="2"/>
            <a:r>
              <a:rPr lang="de-AT" dirty="0"/>
              <a:t>Optimierung (siehe nächste Folie)</a:t>
            </a:r>
          </a:p>
        </p:txBody>
      </p:sp>
    </p:spTree>
    <p:extLst>
      <p:ext uri="{BB962C8B-B14F-4D97-AF65-F5344CB8AC3E}">
        <p14:creationId xmlns:p14="http://schemas.microsoft.com/office/powerpoint/2010/main" val="2608654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CA1D-C21A-497D-1A58-040E26CB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Optimierung Mangel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11E3-4878-AA70-9C86-CD062A72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feed-in: 5 kWh</a:t>
            </a:r>
          </a:p>
          <a:p>
            <a:r>
              <a:rPr lang="en-US" dirty="0"/>
              <a:t>sum consumption: 10 kWh</a:t>
            </a:r>
          </a:p>
          <a:p>
            <a:pPr lvl="1"/>
            <a:r>
              <a:rPr lang="en-US" dirty="0"/>
              <a:t>Member 1: 2 kWh | 1 kWh</a:t>
            </a:r>
          </a:p>
          <a:p>
            <a:pPr lvl="1"/>
            <a:r>
              <a:rPr lang="en-US" dirty="0"/>
              <a:t>Member 2: 3 kWh | 0 kWh</a:t>
            </a:r>
          </a:p>
          <a:p>
            <a:pPr lvl="1"/>
            <a:r>
              <a:rPr lang="en-US" dirty="0"/>
              <a:t>Member 3: 5 kWh | -3 kWh</a:t>
            </a:r>
          </a:p>
          <a:p>
            <a:r>
              <a:rPr lang="en-US" dirty="0"/>
              <a:t>separation (feed in * consumption member / sum consumption)</a:t>
            </a:r>
          </a:p>
          <a:p>
            <a:pPr lvl="1"/>
            <a:r>
              <a:rPr lang="en-US" dirty="0"/>
              <a:t>Member 1: 1 kWh</a:t>
            </a:r>
          </a:p>
          <a:p>
            <a:pPr lvl="1"/>
            <a:r>
              <a:rPr lang="en-US" dirty="0"/>
              <a:t>Member 2: 1.5 kWh</a:t>
            </a:r>
          </a:p>
          <a:p>
            <a:pPr lvl="1"/>
            <a:r>
              <a:rPr lang="en-US" dirty="0"/>
              <a:t>Member 3: 2.5 kWh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OPTIMIZATION (2 kWh would be also enough through the flexibility)</a:t>
            </a:r>
          </a:p>
          <a:p>
            <a:r>
              <a:rPr lang="en-US" dirty="0"/>
              <a:t>OPTIMIZATION</a:t>
            </a:r>
          </a:p>
          <a:p>
            <a:pPr lvl="1"/>
            <a:r>
              <a:rPr lang="en-US" dirty="0"/>
              <a:t>does every member need it's assigned load?</a:t>
            </a:r>
          </a:p>
          <a:p>
            <a:pPr lvl="1"/>
            <a:r>
              <a:rPr lang="en-US" dirty="0"/>
              <a:t>if not: separate the opened load (0.5 kWh in example above) to the other members</a:t>
            </a:r>
          </a:p>
          <a:p>
            <a:r>
              <a:rPr lang="en-US" dirty="0"/>
              <a:t>REPEAT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1439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713B-8E81-EB0B-D2D4-D6927BE73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Kennzahlen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8B89D-032F-E44C-EB4C-DE80330D1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842248" cy="4351337"/>
          </a:xfrm>
        </p:spPr>
        <p:txBody>
          <a:bodyPr>
            <a:normAutofit fontScale="92500" lnSpcReduction="10000"/>
          </a:bodyPr>
          <a:lstStyle/>
          <a:p>
            <a:r>
              <a:rPr lang="de-AT" dirty="0"/>
              <a:t>verwendete Vorhersage</a:t>
            </a:r>
          </a:p>
          <a:p>
            <a:pPr lvl="1"/>
            <a:r>
              <a:rPr lang="de-AT" dirty="0"/>
              <a:t>zugewiesene Strommenge</a:t>
            </a:r>
          </a:p>
          <a:p>
            <a:pPr lvl="1"/>
            <a:r>
              <a:rPr lang="de-AT" dirty="0"/>
              <a:t>ODER zugewiesene Strommenge &lt; vorhergesagte Strommenge</a:t>
            </a:r>
          </a:p>
          <a:p>
            <a:pPr lvl="2"/>
            <a:r>
              <a:rPr lang="de-AT" dirty="0"/>
              <a:t>vorhergesagte Strommenge</a:t>
            </a:r>
          </a:p>
          <a:p>
            <a:r>
              <a:rPr lang="de-AT" dirty="0"/>
              <a:t>Gute Vorhersage</a:t>
            </a:r>
          </a:p>
          <a:p>
            <a:pPr lvl="1"/>
            <a:r>
              <a:rPr lang="de-AT" dirty="0"/>
              <a:t>+/- 10% von Vorhersage</a:t>
            </a:r>
          </a:p>
          <a:p>
            <a:r>
              <a:rPr lang="de-AT" dirty="0"/>
              <a:t>Relevanz</a:t>
            </a:r>
          </a:p>
          <a:p>
            <a:pPr lvl="1"/>
            <a:r>
              <a:rPr lang="de-AT" dirty="0"/>
              <a:t>minimale Einspeisung: 100 Wh</a:t>
            </a:r>
          </a:p>
          <a:p>
            <a:r>
              <a:rPr lang="de-AT" dirty="0"/>
              <a:t>Monitoring-Intervall: 5 Minuten</a:t>
            </a:r>
          </a:p>
          <a:p>
            <a:pPr lvl="1"/>
            <a:r>
              <a:rPr lang="de-AT" dirty="0"/>
              <a:t>schlechte Vorhersage oder Raspberry offline</a:t>
            </a:r>
          </a:p>
          <a:p>
            <a:r>
              <a:rPr lang="de-AT" dirty="0"/>
              <a:t>Aufteilungs-Intervall: 1 Stunde</a:t>
            </a:r>
          </a:p>
          <a:p>
            <a:pPr lvl="1"/>
            <a:r>
              <a:rPr lang="de-AT" dirty="0"/>
              <a:t>10 Minuten vor vollen Stunde: Vorhersagen von </a:t>
            </a:r>
            <a:r>
              <a:rPr lang="de-AT" dirty="0" err="1"/>
              <a:t>Raspberrys</a:t>
            </a:r>
            <a:r>
              <a:rPr lang="de-AT" dirty="0"/>
              <a:t> abfragen (DUMMY: Vorstunde)</a:t>
            </a:r>
          </a:p>
          <a:p>
            <a:pPr lvl="1"/>
            <a:r>
              <a:rPr lang="de-AT" dirty="0"/>
              <a:t>5 Minuten vor vollen Stunde: Aufteilung/Vorhersage an Handys senden (falls relevant)</a:t>
            </a:r>
          </a:p>
          <a:p>
            <a:pPr lvl="1"/>
            <a:r>
              <a:rPr lang="de-AT" dirty="0"/>
              <a:t>volle Stunde: finalisierte Aufteilung/Vorhersage an Handys senden</a:t>
            </a:r>
          </a:p>
        </p:txBody>
      </p:sp>
    </p:spTree>
    <p:extLst>
      <p:ext uri="{BB962C8B-B14F-4D97-AF65-F5344CB8AC3E}">
        <p14:creationId xmlns:p14="http://schemas.microsoft.com/office/powerpoint/2010/main" val="92539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DE53-6449-66A0-164C-43B6EF7F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01438-AEFC-01E5-F419-CAADBAF1A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>
                <a:hlinkClick r:id="rId2"/>
              </a:rPr>
              <a:t>Link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9706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30C61F5-D98F-23DD-4051-76390BB5A725}"/>
              </a:ext>
            </a:extLst>
          </p:cNvPr>
          <p:cNvSpPr txBox="1"/>
          <p:nvPr/>
        </p:nvSpPr>
        <p:spPr>
          <a:xfrm>
            <a:off x="385365" y="3125756"/>
            <a:ext cx="282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TODO: New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75D9E5-71B2-A34F-F18A-A9773353CB26}"/>
              </a:ext>
            </a:extLst>
          </p:cNvPr>
          <p:cNvSpPr txBox="1"/>
          <p:nvPr/>
        </p:nvSpPr>
        <p:spPr>
          <a:xfrm>
            <a:off x="9482327" y="3125756"/>
            <a:ext cx="166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TODO: Final</a:t>
            </a:r>
          </a:p>
        </p:txBody>
      </p:sp>
    </p:spTree>
    <p:extLst>
      <p:ext uri="{BB962C8B-B14F-4D97-AF65-F5344CB8AC3E}">
        <p14:creationId xmlns:p14="http://schemas.microsoft.com/office/powerpoint/2010/main" val="266808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AEFFFF-D128-30C4-77E0-8D2042D74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542" y="0"/>
            <a:ext cx="316445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4B3525-E1C0-A3B1-E16D-1DFD9F03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05" y="732683"/>
            <a:ext cx="2488299" cy="53926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0C61F5-D98F-23DD-4051-76390BB5A725}"/>
              </a:ext>
            </a:extLst>
          </p:cNvPr>
          <p:cNvSpPr txBox="1"/>
          <p:nvPr/>
        </p:nvSpPr>
        <p:spPr>
          <a:xfrm>
            <a:off x="668829" y="3125756"/>
            <a:ext cx="282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TODO: Non-Compliance</a:t>
            </a:r>
          </a:p>
        </p:txBody>
      </p:sp>
    </p:spTree>
    <p:extLst>
      <p:ext uri="{BB962C8B-B14F-4D97-AF65-F5344CB8AC3E}">
        <p14:creationId xmlns:p14="http://schemas.microsoft.com/office/powerpoint/2010/main" val="1259117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30C61F5-D98F-23DD-4051-76390BB5A725}"/>
              </a:ext>
            </a:extLst>
          </p:cNvPr>
          <p:cNvSpPr txBox="1"/>
          <p:nvPr/>
        </p:nvSpPr>
        <p:spPr>
          <a:xfrm>
            <a:off x="668829" y="3125756"/>
            <a:ext cx="282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TODO: In-App</a:t>
            </a:r>
          </a:p>
        </p:txBody>
      </p:sp>
    </p:spTree>
    <p:extLst>
      <p:ext uri="{BB962C8B-B14F-4D97-AF65-F5344CB8AC3E}">
        <p14:creationId xmlns:p14="http://schemas.microsoft.com/office/powerpoint/2010/main" val="167723463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0</TotalTime>
  <Words>261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Schoolbook</vt:lpstr>
      <vt:lpstr>Wingdings 2</vt:lpstr>
      <vt:lpstr>View</vt:lpstr>
      <vt:lpstr>Meeting 10.01.2023</vt:lpstr>
      <vt:lpstr>PowerPoint Presentation</vt:lpstr>
      <vt:lpstr>PowerPoint Presentation</vt:lpstr>
      <vt:lpstr>Aufteilungslogik</vt:lpstr>
      <vt:lpstr>Optimierung Mangel</vt:lpstr>
      <vt:lpstr>Kennzahlen</vt:lpstr>
      <vt:lpstr>Mockup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10.01.2023</dc:title>
  <dc:creator>Tobias Fischer</dc:creator>
  <cp:lastModifiedBy>Tobias Fischer</cp:lastModifiedBy>
  <cp:revision>2</cp:revision>
  <dcterms:created xsi:type="dcterms:W3CDTF">2023-01-10T16:39:26Z</dcterms:created>
  <dcterms:modified xsi:type="dcterms:W3CDTF">2023-01-10T17:16:29Z</dcterms:modified>
</cp:coreProperties>
</file>